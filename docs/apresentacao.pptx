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13248" y="1371600"/>
            <a:ext cx="1371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0D6E62"/>
                </a:solidFill>
              </a:rPr>
              <a:t>P+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301752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Poupa+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9776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CFE8E3"/>
                </a:solidFill>
              </a:rPr>
              <a:t>Aplicativo de gestão de finanças pessoais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5394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CFE8E3"/>
                </a:solidFill>
              </a:rPr>
              <a:t>Vinicios Andrei Mensen  |  Análise e Desenvolvimento de Sistemas</a:t>
            </a:r>
          </a:p>
          <a:p>
            <a:pPr algn="ctr"/>
            <a:r>
              <a:rPr sz="1500">
                <a:solidFill>
                  <a:srgbClr val="CFE8E3"/>
                </a:solidFill>
              </a:rPr>
              <a:t>Desenvolvimento de Aplicações Mobile  |  Prof. Alysson Borges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8483F"/>
                </a:solidFill>
              </a:rPr>
              <a:t>O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377440" cy="50800"/>
          </a:xfrm>
          <a:prstGeom prst="rect">
            <a:avLst/>
          </a:prstGeom>
          <a:solidFill>
            <a:srgbClr val="0D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Muita gente não sabe dizer quanto gasta por mês e nem com o quê.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Planilhas e apps complexos cansam: a pessoa desiste em poucas semanas.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O que atrapalha é a fricção na hora de registrar o gasto.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8483F"/>
                </a:solidFill>
              </a:rPr>
              <a:t>A ideia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377440" cy="50800"/>
          </a:xfrm>
          <a:prstGeom prst="rect">
            <a:avLst/>
          </a:prstGeom>
          <a:solidFill>
            <a:srgbClr val="0D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D6E62"/>
                </a:solidFill>
              </a:rPr>
              <a:t>Registrar um gasto em menos de 10 segundos.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Fluxo de 3 toques: abrir, digitar o valor e salvar.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Data preenchida com o dia atual e categoria sugerida pelo último uso.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Com os gastos registrados, o app responde: dá para gastar agora?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8483F"/>
                </a:solidFill>
              </a:rPr>
              <a:t>Como foi feito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377440" cy="50800"/>
          </a:xfrm>
          <a:prstGeom prst="rect">
            <a:avLst/>
          </a:prstGeom>
          <a:solidFill>
            <a:srgbClr val="0D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Flutter (Dart) com Android como plataforma principal, escolha feita na Atividade 1.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Arquitetura em camadas (MVVM com Provider): telas, viewmodels, repositórios.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Banco SQLite no celular: tudo funciona sem internet.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Valores guardados em centavos inteiros, para não ter erro de arredondamento.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Android Studio para desenvolver e testar no emulador; build com Gradle.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8483F"/>
                </a:solidFill>
              </a:rPr>
              <a:t>O app funcionando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377440" cy="50800"/>
          </a:xfrm>
          <a:prstGeom prst="rect">
            <a:avLst/>
          </a:prstGeom>
          <a:solidFill>
            <a:srgbClr val="0D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pai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046" y="1554480"/>
            <a:ext cx="2098548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8760" y="63550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B6663"/>
                </a:solidFill>
              </a:rPr>
              <a:t>Painel: saldo do mês e cotações</a:t>
            </a:r>
          </a:p>
        </p:txBody>
      </p:sp>
      <p:pic>
        <p:nvPicPr>
          <p:cNvPr id="6" name="Picture 5" descr="04_nova_trans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925" y="1554480"/>
            <a:ext cx="2098548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63550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B6663"/>
                </a:solidFill>
              </a:rPr>
              <a:t>Novo gasto em 3 toques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8483F"/>
                </a:solidFill>
              </a:rPr>
              <a:t>Orçamentos e metas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377440" cy="50800"/>
          </a:xfrm>
          <a:prstGeom prst="rect">
            <a:avLst/>
          </a:prstGeom>
          <a:solidFill>
            <a:srgbClr val="0D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_orca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046" y="1554480"/>
            <a:ext cx="2098548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8760" y="63550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B6663"/>
                </a:solidFill>
              </a:rPr>
              <a:t>Alerta antes de estourar o teto</a:t>
            </a:r>
          </a:p>
        </p:txBody>
      </p:sp>
      <p:pic>
        <p:nvPicPr>
          <p:cNvPr id="6" name="Picture 5" descr="07_met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925" y="1554480"/>
            <a:ext cx="2098548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63550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B6663"/>
                </a:solidFill>
              </a:rPr>
              <a:t>Meta com progresso e valor por mês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8483F"/>
                </a:solidFill>
              </a:rPr>
              <a:t>Extrato e relatórios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377440" cy="50800"/>
          </a:xfrm>
          <a:prstGeom prst="rect">
            <a:avLst/>
          </a:prstGeom>
          <a:solidFill>
            <a:srgbClr val="0D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extra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046" y="1554480"/>
            <a:ext cx="2098548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8760" y="63550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B6663"/>
                </a:solidFill>
              </a:rPr>
              <a:t>Extrato agrupado por dia, com filtros</a:t>
            </a:r>
          </a:p>
        </p:txBody>
      </p:sp>
      <p:pic>
        <p:nvPicPr>
          <p:cNvPr id="6" name="Picture 5" descr="08_relato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925" y="1554480"/>
            <a:ext cx="2098548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63550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B6663"/>
                </a:solidFill>
              </a:rPr>
              <a:t>Para onde foi o dinheiro no mês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8483F"/>
                </a:solidFill>
              </a:rPr>
              <a:t>Integração com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377440" cy="50800"/>
          </a:xfrm>
          <a:prstGeom prst="rect">
            <a:avLst/>
          </a:prstGeom>
          <a:solidFill>
            <a:srgbClr val="0D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O painel mostra dólar, euro e bitcoin em tempo real.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Fonte: AwesomeAPI de cotações, consumida por HTTPS em JSON.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A última resposta fica salva no celular: sem internet, o app mostra o valor salvo.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Se a API cair, nada quebra: o card apenas some.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8483F"/>
                </a:solidFill>
                <a:latin typeface="Consolas"/>
              </a:rPr>
              <a:t>GET economia.awesomeapi.com.br/json/last/USD-BRL,EUR-BRL,BTC-BRL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8483F"/>
                </a:solidFill>
              </a:rPr>
              <a:t>Qualidade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377440" cy="50800"/>
          </a:xfrm>
          <a:prstGeom prst="rect">
            <a:avLst/>
          </a:prstGeom>
          <a:solidFill>
            <a:srgbClr val="0D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103120"/>
            <a:ext cx="3017520" cy="219456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400" b="1">
                <a:solidFill>
                  <a:srgbClr val="0D6E62"/>
                </a:solidFill>
              </a:rPr>
              <a:t>25</a:t>
            </a:r>
          </a:p>
          <a:p>
            <a:pPr algn="ctr"/>
            <a:r>
              <a:rPr sz="1800">
                <a:solidFill>
                  <a:srgbClr val="1C2321"/>
                </a:solidFill>
              </a:rPr>
              <a:t>testes passando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2103120"/>
            <a:ext cx="3017520" cy="219456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400" b="1">
                <a:solidFill>
                  <a:srgbClr val="0D6E62"/>
                </a:solidFill>
              </a:rPr>
              <a:t>0</a:t>
            </a:r>
          </a:p>
          <a:p>
            <a:pPr algn="ctr"/>
            <a:r>
              <a:rPr sz="1800">
                <a:solidFill>
                  <a:srgbClr val="1C2321"/>
                </a:solidFill>
              </a:rPr>
              <a:t>avisos no analyze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2103120"/>
            <a:ext cx="3017520" cy="219456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400" b="1">
                <a:solidFill>
                  <a:srgbClr val="0D6E62"/>
                </a:solidFill>
              </a:rPr>
              <a:t>OK</a:t>
            </a:r>
          </a:p>
          <a:p>
            <a:pPr algn="ctr"/>
            <a:r>
              <a:rPr sz="1800">
                <a:solidFill>
                  <a:srgbClr val="1C2321"/>
                </a:solidFill>
              </a:rPr>
              <a:t>APK compilado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C2321"/>
                </a:solidFill>
              </a:rPr>
              <a:t>Testes cobrem as regras de negócio: validações, semáforo do orçamento, projeção das metas, recorrências e a leitura da API.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8483F"/>
                </a:solidFill>
              </a:rPr>
              <a:t>Próximos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377440" cy="50800"/>
          </a:xfrm>
          <a:prstGeom prst="rect">
            <a:avLst/>
          </a:prstGeom>
          <a:solidFill>
            <a:srgbClr val="0D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Sincronização na nuvem entre aparelhos.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Desbloqueio por biometria.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Notificações do sistema para os alertas de orçamento.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C2321"/>
                </a:solidFill>
              </a:rPr>
              <a:t>Versão iOS a partir do mesmo código.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8483F"/>
                </a:solidFill>
              </a:rPr>
              <a:t>Obrigado! Código e relatório estão no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